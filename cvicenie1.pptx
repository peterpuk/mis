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smtClean="0"/>
              <a:t>Kliknutím upravte štýl predlohy podnadpisov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1571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2661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7220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646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430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8347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41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9300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 smtClean="0"/>
              <a:t>Ak chcete pridať obrázok, kliknite na ikonu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1485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ov a p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915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33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7839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 ponu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035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lebo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smtClean="0"/>
              <a:t>Upraviť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164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2055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9772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 smtClean="0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2A415-3F1D-4BC2-8459-678D1D5A297D}" type="datetimeFigureOut">
              <a:rPr lang="sk-SK" smtClean="0"/>
              <a:t>8. 10. 2021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B9005B-57D5-4264-9EF5-A4129A61891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0147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google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k.wikipedia.org/wiki/Hlavn%C3%A1_str%C3%A1nk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Berlin Sans FB Demi" panose="020E0802020502020306" pitchFamily="34" charset="0"/>
              </a:rPr>
              <a:t>Pre</a:t>
            </a:r>
            <a:r>
              <a:rPr lang="sk-SK" dirty="0" err="1" smtClean="0">
                <a:latin typeface="Berlin Sans FB Demi" panose="020E0802020502020306" pitchFamily="34" charset="0"/>
              </a:rPr>
              <a:t>zentácia</a:t>
            </a:r>
            <a:endParaRPr lang="sk-SK" dirty="0">
              <a:latin typeface="Berlin Sans FB Demi" panose="020E0802020502020306" pitchFamily="34" charset="0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 err="1" smtClean="0">
                <a:latin typeface="Castellar" panose="020A0402060406010301" pitchFamily="18" charset="0"/>
              </a:rPr>
              <a:t>Cvi</a:t>
            </a:r>
            <a:r>
              <a:rPr lang="en-US" dirty="0" smtClean="0">
                <a:latin typeface="Castellar" panose="020A0402060406010301" pitchFamily="18" charset="0"/>
              </a:rPr>
              <a:t>c</a:t>
            </a:r>
            <a:r>
              <a:rPr lang="sk-SK" dirty="0" smtClean="0">
                <a:latin typeface="Castellar" panose="020A0402060406010301" pitchFamily="18" charset="0"/>
              </a:rPr>
              <a:t>enie1</a:t>
            </a:r>
            <a:endParaRPr lang="sk-SK" dirty="0" smtClean="0">
              <a:latin typeface="Castellar" panose="020A0402060406010301" pitchFamily="18" charset="0"/>
            </a:endParaRPr>
          </a:p>
          <a:p>
            <a:endParaRPr lang="sk-SK" dirty="0"/>
          </a:p>
        </p:txBody>
      </p:sp>
      <p:sp>
        <p:nvSpPr>
          <p:cNvPr id="4" name="Šípka nadol 3">
            <a:hlinkClick r:id="" action="ppaction://hlinkshowjump?jump=nextslide"/>
          </p:cNvPr>
          <p:cNvSpPr/>
          <p:nvPr/>
        </p:nvSpPr>
        <p:spPr>
          <a:xfrm rot="16200000">
            <a:off x="11088185" y="5778344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Šípka nadol 4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6" name="Obrázok 5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7" y="5760719"/>
            <a:ext cx="1758220" cy="606741"/>
          </a:xfrm>
          <a:prstGeom prst="rect">
            <a:avLst/>
          </a:prstGeom>
        </p:spPr>
      </p:pic>
      <p:sp>
        <p:nvSpPr>
          <p:cNvPr id="7" name="BlokTextu 6"/>
          <p:cNvSpPr txBox="1"/>
          <p:nvPr/>
        </p:nvSpPr>
        <p:spPr>
          <a:xfrm>
            <a:off x="0" y="6284815"/>
            <a:ext cx="39568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00" dirty="0" smtClean="0"/>
              <a:t>Kliknutím na logo </a:t>
            </a:r>
            <a:r>
              <a:rPr lang="sk-SK" sz="800" dirty="0" err="1" smtClean="0"/>
              <a:t>googlu</a:t>
            </a:r>
            <a:r>
              <a:rPr lang="sk-SK" sz="800" dirty="0" smtClean="0"/>
              <a:t> sa dostanete na stránku </a:t>
            </a:r>
            <a:r>
              <a:rPr lang="sk-SK" sz="800" dirty="0" err="1" smtClean="0"/>
              <a:t>googlu</a:t>
            </a:r>
            <a:endParaRPr lang="sk-SK" sz="800" dirty="0" smtClean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3711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Šípka nadol 3">
            <a:hlinkClick r:id="" action="ppaction://hlinkshowjump?jump=nextslide"/>
          </p:cNvPr>
          <p:cNvSpPr/>
          <p:nvPr/>
        </p:nvSpPr>
        <p:spPr>
          <a:xfrm rot="16200000">
            <a:off x="11088185" y="5778344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Šípka nadol 4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6" name="Zástupný objekt pre obsah 5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5" y="5990774"/>
            <a:ext cx="837609" cy="704275"/>
          </a:xfrm>
          <a:prstGeom prst="rect">
            <a:avLst/>
          </a:prstGeom>
        </p:spPr>
      </p:pic>
      <p:sp>
        <p:nvSpPr>
          <p:cNvPr id="8" name="Zástupný objekt pre obsah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sk-SK" b="1" i="1" dirty="0">
                <a:solidFill>
                  <a:schemeClr val="accent2">
                    <a:lumMod val="75000"/>
                  </a:schemeClr>
                </a:solidFill>
              </a:rPr>
              <a:t>Microsoft PowerPoint </a:t>
            </a:r>
            <a:r>
              <a:rPr lang="sk-SK" dirty="0">
                <a:solidFill>
                  <a:schemeClr val="tx1"/>
                </a:solidFill>
              </a:rPr>
              <a:t>je program na tvorenie prezentácií od spoločnosti Microsoft. Je súčasťou balíka Microsoft Office, a beží pod operačnými systémami Microsoft Windows a Mac </a:t>
            </a:r>
            <a:r>
              <a:rPr lang="sk-SK" dirty="0" smtClean="0">
                <a:solidFill>
                  <a:schemeClr val="tx1"/>
                </a:solidFill>
              </a:rPr>
              <a:t>OS</a:t>
            </a:r>
            <a:endParaRPr lang="sk-SK" dirty="0">
              <a:solidFill>
                <a:schemeClr val="tx1"/>
              </a:solidFill>
            </a:endParaRPr>
          </a:p>
        </p:txBody>
      </p:sp>
      <p:pic>
        <p:nvPicPr>
          <p:cNvPr id="10" name="Obrázok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98" y="3219926"/>
            <a:ext cx="2143125" cy="2143125"/>
          </a:xfrm>
          <a:prstGeom prst="rect">
            <a:avLst/>
          </a:prstGeom>
        </p:spPr>
      </p:pic>
      <p:sp>
        <p:nvSpPr>
          <p:cNvPr id="11" name="Obdĺžnik 10">
            <a:hlinkClick r:id="rId4" action="ppaction://hlinksldjump"/>
          </p:cNvPr>
          <p:cNvSpPr/>
          <p:nvPr/>
        </p:nvSpPr>
        <p:spPr>
          <a:xfrm>
            <a:off x="1511277" y="5906091"/>
            <a:ext cx="1700444" cy="425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 smtClean="0"/>
              <a:t>PowerPoint </a:t>
            </a:r>
            <a:r>
              <a:rPr lang="sk-SK" sz="1200" dirty="0" smtClean="0">
                <a:hlinkClick r:id="rId5" action="ppaction://hlinksldjump"/>
              </a:rPr>
              <a:t>1.1</a:t>
            </a:r>
            <a:endParaRPr lang="sk-SK" sz="1200" dirty="0" smtClean="0"/>
          </a:p>
        </p:txBody>
      </p:sp>
      <p:sp>
        <p:nvSpPr>
          <p:cNvPr id="3" name="Obdĺžnik 2"/>
          <p:cNvSpPr/>
          <p:nvPr/>
        </p:nvSpPr>
        <p:spPr>
          <a:xfrm>
            <a:off x="3839943" y="583572"/>
            <a:ext cx="40118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sk-SK" sz="5400" b="0" cap="none" spc="0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Power</a:t>
            </a:r>
            <a:r>
              <a:rPr lang="sk-SK" sz="5400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Point1</a:t>
            </a:r>
            <a:endParaRPr lang="sk-SK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sp>
        <p:nvSpPr>
          <p:cNvPr id="7" name="Nadpis 6"/>
          <p:cNvSpPr>
            <a:spLocks noGrp="1"/>
          </p:cNvSpPr>
          <p:nvPr>
            <p:ph type="title"/>
          </p:nvPr>
        </p:nvSpPr>
        <p:spPr>
          <a:xfrm>
            <a:off x="3343084" y="5111592"/>
            <a:ext cx="8596668" cy="1320800"/>
          </a:xfrm>
        </p:spPr>
        <p:txBody>
          <a:bodyPr/>
          <a:lstStyle/>
          <a:p>
            <a:endParaRPr lang="sk-SK" dirty="0"/>
          </a:p>
        </p:txBody>
      </p:sp>
      <p:pic>
        <p:nvPicPr>
          <p:cNvPr id="9" name="Obrázo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6" y="3456235"/>
            <a:ext cx="4104762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8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 smtClean="0">
                <a:latin typeface="Berlin Sans FB Demi" panose="020E0802020502020306" pitchFamily="34" charset="0"/>
              </a:rPr>
              <a:t>Vznik(použitá zlá farba pre text)</a:t>
            </a:r>
            <a:endParaRPr lang="sk-SK" dirty="0">
              <a:latin typeface="Berlin Sans FB Demi" panose="020E0802020502020306" pitchFamily="34" charset="0"/>
            </a:endParaRP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Prvú verziu PowerPointu, ktorá sa vtedy volala „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Presenter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“ navrhli 14.8.1984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Dennis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Austin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a Robert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Gaskins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z firmy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Forethought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Inc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 (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sro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 v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Sunnyvale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v Kalifornii. </a:t>
            </a:r>
            <a:r>
              <a:rPr lang="sk-SK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Prvá 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verzia PowerPointu 1.0 bola vydaná v apríli 1987. Bola určená pre počítače Macintosh. V auguste 1987 program predali Microsoftu za 14 miliónov USD a skupina okolo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Guskinsa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sa stala </a:t>
            </a:r>
            <a:r>
              <a:rPr lang="sk-SK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Graphics</a:t>
            </a:r>
            <a:r>
              <a:rPr lang="sk-SK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Business oddelením Microsoftu a ďalej pracovala na vývoji PowerPointu.</a:t>
            </a:r>
          </a:p>
        </p:txBody>
      </p:sp>
      <p:sp>
        <p:nvSpPr>
          <p:cNvPr id="4" name="Šípka nadol 3">
            <a:hlinkClick r:id="" action="ppaction://hlinkshowjump?jump=nextslide"/>
          </p:cNvPr>
          <p:cNvSpPr/>
          <p:nvPr/>
        </p:nvSpPr>
        <p:spPr>
          <a:xfrm rot="16200000">
            <a:off x="11088185" y="5778344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Šípka nadol 4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7" name="Zástupný objekt pre obsah 5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5" y="5990774"/>
            <a:ext cx="837609" cy="7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9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b="1" dirty="0" err="1" smtClean="0">
                <a:latin typeface="Berlin Sans FB Demi" panose="020E0802020502020306" pitchFamily="34" charset="0"/>
              </a:rPr>
              <a:t>Súčastnosť</a:t>
            </a:r>
            <a:endParaRPr lang="sk-SK" b="1" dirty="0">
              <a:latin typeface="Berlin Sans FB Demi" panose="020E0802020502020306" pitchFamily="34" charset="0"/>
            </a:endParaRPr>
          </a:p>
        </p:txBody>
      </p:sp>
      <p:sp>
        <p:nvSpPr>
          <p:cNvPr id="7" name="Zástupný objekt pre obsah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sk-SK" dirty="0"/>
              <a:t>Vo verzii 2013 bol vylepšený nástroj Zobrazenie pre prezentujúceho, kde už nie je viac potrebné mať viac monitorov. Je tu možné aj približovanie v snímke, rýchle prepínanie medzi snímkami vďaka Slide </a:t>
            </a:r>
            <a:r>
              <a:rPr lang="sk-SK" dirty="0" err="1"/>
              <a:t>Navigator</a:t>
            </a:r>
            <a:r>
              <a:rPr lang="sk-SK" dirty="0" smtClean="0"/>
              <a:t>. Kto by chcel </a:t>
            </a:r>
            <a:r>
              <a:rPr lang="sk-SK" dirty="0" smtClean="0"/>
              <a:t>viac informácii, tak môže kliknutím na tento </a:t>
            </a:r>
            <a:r>
              <a:rPr lang="sk-SK" dirty="0" err="1" smtClean="0"/>
              <a:t>link</a:t>
            </a:r>
            <a:r>
              <a:rPr lang="sk-SK" dirty="0" smtClean="0"/>
              <a:t> na </a:t>
            </a:r>
            <a:r>
              <a:rPr lang="sk-SK" dirty="0" err="1" smtClean="0"/>
              <a:t>wikipediu:</a:t>
            </a:r>
            <a:r>
              <a:rPr lang="sk-SK" dirty="0" err="1" smtClean="0">
                <a:hlinkClick r:id="rId2"/>
              </a:rPr>
              <a:t>https</a:t>
            </a:r>
            <a:r>
              <a:rPr lang="sk-SK" dirty="0" smtClean="0">
                <a:hlinkClick r:id="rId2"/>
              </a:rPr>
              <a:t>://sk.wikipedia.org/</a:t>
            </a:r>
            <a:r>
              <a:rPr lang="sk-SK" dirty="0" err="1" smtClean="0">
                <a:hlinkClick r:id="rId2"/>
              </a:rPr>
              <a:t>wiki</a:t>
            </a:r>
            <a:r>
              <a:rPr lang="sk-SK" dirty="0" smtClean="0">
                <a:hlinkClick r:id="rId2"/>
              </a:rPr>
              <a:t>/Hlavn%C3%A1_str%C3%A1nka</a:t>
            </a:r>
            <a:endParaRPr lang="sk-SK" dirty="0"/>
          </a:p>
        </p:txBody>
      </p:sp>
      <p:pic>
        <p:nvPicPr>
          <p:cNvPr id="8" name="Zástupný objekt pre obsah 5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5" y="5990774"/>
            <a:ext cx="837609" cy="704275"/>
          </a:xfrm>
          <a:prstGeom prst="rect">
            <a:avLst/>
          </a:prstGeom>
        </p:spPr>
      </p:pic>
      <p:pic>
        <p:nvPicPr>
          <p:cNvPr id="9" name="Obrázo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965" y="3707704"/>
            <a:ext cx="4900208" cy="3150296"/>
          </a:xfrm>
          <a:prstGeom prst="rect">
            <a:avLst/>
          </a:prstGeom>
        </p:spPr>
      </p:pic>
      <p:sp>
        <p:nvSpPr>
          <p:cNvPr id="10" name="Šípka nadol 9">
            <a:hlinkClick r:id="" action="ppaction://hlinkshowjump?jump=nextslide"/>
          </p:cNvPr>
          <p:cNvSpPr/>
          <p:nvPr/>
        </p:nvSpPr>
        <p:spPr>
          <a:xfrm rot="16200000">
            <a:off x="11088185" y="5778344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Šípka nadol 10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5632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>
                <a:latin typeface="Berlin Sans FB Demi" panose="020E0802020502020306" pitchFamily="34" charset="0"/>
              </a:rPr>
              <a:t>PowerPoint 1.1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>
          <a:xfrm>
            <a:off x="9898308" y="1270000"/>
            <a:ext cx="2415001" cy="1081375"/>
          </a:xfrm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Toto je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zl</a:t>
            </a:r>
            <a:r>
              <a:rPr lang="sk-SK" dirty="0" smtClean="0">
                <a:solidFill>
                  <a:schemeClr val="accent2">
                    <a:lumMod val="75000"/>
                  </a:schemeClr>
                </a:solidFill>
              </a:rPr>
              <a:t>á kombinácia farby textu a </a:t>
            </a:r>
            <a:r>
              <a:rPr lang="sk-SK" dirty="0" err="1" smtClean="0">
                <a:solidFill>
                  <a:schemeClr val="accent2">
                    <a:lumMod val="75000"/>
                  </a:schemeClr>
                </a:solidFill>
              </a:rPr>
              <a:t>poyzadi</a:t>
            </a:r>
            <a:r>
              <a:rPr lang="sk-SK" dirty="0" err="1" smtClean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sk-SK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sk-SK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Šípka nadol 3">
            <a:hlinkClick r:id="" action="ppaction://hlinkshowjump?jump=nextslide"/>
          </p:cNvPr>
          <p:cNvSpPr/>
          <p:nvPr/>
        </p:nvSpPr>
        <p:spPr>
          <a:xfrm rot="16200000">
            <a:off x="11088185" y="5778344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Šípka nadol 4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6" name="Zástupný objekt pre obsah 5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5" y="5990774"/>
            <a:ext cx="837609" cy="704275"/>
          </a:xfrm>
          <a:prstGeom prst="rect">
            <a:avLst/>
          </a:prstGeom>
        </p:spPr>
      </p:pic>
      <p:sp>
        <p:nvSpPr>
          <p:cNvPr id="7" name="BlokTextu 6"/>
          <p:cNvSpPr txBox="1"/>
          <p:nvPr/>
        </p:nvSpPr>
        <p:spPr>
          <a:xfrm>
            <a:off x="1645919" y="1662544"/>
            <a:ext cx="5469776" cy="258532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sk-SK" u="sng" dirty="0" smtClean="0"/>
              <a:t>Nevhodný font na prezentáciu:</a:t>
            </a:r>
          </a:p>
          <a:p>
            <a:r>
              <a:rPr lang="sk-SK" dirty="0" smtClean="0">
                <a:latin typeface="Gigi" panose="04040504061007020D02" pitchFamily="82" charset="0"/>
              </a:rPr>
              <a:t>Tento font by nie je príliš vhodný, pretože je zle čitateľný.</a:t>
            </a:r>
          </a:p>
          <a:p>
            <a:endParaRPr lang="sk-SK" dirty="0" smtClean="0">
              <a:latin typeface="Gigi" panose="04040504061007020D02" pitchFamily="82" charset="0"/>
            </a:endParaRPr>
          </a:p>
          <a:p>
            <a:r>
              <a:rPr lang="sk-SK" u="sng" dirty="0" smtClean="0"/>
              <a:t>Vhodný </a:t>
            </a:r>
            <a:r>
              <a:rPr lang="sk-SK" u="sng" dirty="0"/>
              <a:t>font na prezentáciu</a:t>
            </a:r>
            <a:r>
              <a:rPr lang="sk-SK" u="sng" dirty="0" smtClean="0"/>
              <a:t>:</a:t>
            </a:r>
          </a:p>
          <a:p>
            <a:r>
              <a:rPr lang="sk-SK" dirty="0" smtClean="0">
                <a:latin typeface="Arial" panose="020B0604020202020204" pitchFamily="34" charset="0"/>
                <a:cs typeface="Arial" panose="020B0604020202020204" pitchFamily="34" charset="0"/>
              </a:rPr>
              <a:t>Toto je vhodnejší font, pretože je ľahšie čitateľný.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k-SK" dirty="0">
              <a:latin typeface="Gigi" panose="04040504061007020D02" pitchFamily="82" charset="0"/>
            </a:endParaRPr>
          </a:p>
          <a:p>
            <a:endParaRPr lang="sk-SK" dirty="0" smtClean="0">
              <a:latin typeface="Gigi" panose="04040504061007020D02" pitchFamily="82" charset="0"/>
            </a:endParaRPr>
          </a:p>
          <a:p>
            <a:endParaRPr lang="sk-SK" dirty="0">
              <a:latin typeface="Gigi" panose="0404050406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73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>
                <a:latin typeface="Berlin Sans FB Demi" panose="020E0802020502020306" pitchFamily="34" charset="0"/>
              </a:rPr>
              <a:t>PowerPoint 1.2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i="1" dirty="0" smtClean="0">
                <a:latin typeface="Baskerville Old Face" panose="02020602080505020303" pitchFamily="18" charset="0"/>
              </a:rPr>
              <a:t>Na tomto texte je použitá animácia, text po kliknutí priletel</a:t>
            </a:r>
            <a:r>
              <a:rPr lang="sk-SK" dirty="0" smtClean="0"/>
              <a:t>.</a:t>
            </a:r>
            <a:endParaRPr lang="sk-SK" dirty="0"/>
          </a:p>
        </p:txBody>
      </p:sp>
      <p:sp>
        <p:nvSpPr>
          <p:cNvPr id="6" name="Šípka nadol 5">
            <a:hlinkClick r:id="" action="ppaction://hlinkshowjump?jump=previousslide"/>
          </p:cNvPr>
          <p:cNvSpPr/>
          <p:nvPr/>
        </p:nvSpPr>
        <p:spPr>
          <a:xfrm rot="5400000">
            <a:off x="10098971" y="5778345"/>
            <a:ext cx="741826" cy="706577"/>
          </a:xfrm>
          <a:prstGeom prst="downArrow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7" name="Zástupný objekt pre obsah 5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05" y="5990774"/>
            <a:ext cx="837609" cy="704275"/>
          </a:xfrm>
          <a:prstGeom prst="rect">
            <a:avLst/>
          </a:prstGeom>
        </p:spPr>
      </p:pic>
      <p:sp>
        <p:nvSpPr>
          <p:cNvPr id="4" name="Obdĺžnik 3"/>
          <p:cNvSpPr/>
          <p:nvPr/>
        </p:nvSpPr>
        <p:spPr>
          <a:xfrm rot="1524040">
            <a:off x="8579796" y="930715"/>
            <a:ext cx="307359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Word art</a:t>
            </a:r>
            <a:endParaRPr lang="sk-SK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15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214</Words>
  <Application>Microsoft Office PowerPoint</Application>
  <PresentationFormat>Širokouhlá</PresentationFormat>
  <Paragraphs>21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4" baseType="lpstr">
      <vt:lpstr>Arial</vt:lpstr>
      <vt:lpstr>Baskerville Old Face</vt:lpstr>
      <vt:lpstr>Berlin Sans FB Demi</vt:lpstr>
      <vt:lpstr>Castellar</vt:lpstr>
      <vt:lpstr>Gigi</vt:lpstr>
      <vt:lpstr>Trebuchet MS</vt:lpstr>
      <vt:lpstr>Wingdings 3</vt:lpstr>
      <vt:lpstr>Fazeta</vt:lpstr>
      <vt:lpstr>Prezentácia</vt:lpstr>
      <vt:lpstr>Prezentácia programu PowerPoint</vt:lpstr>
      <vt:lpstr>Vznik(použitá zlá farba pre text)</vt:lpstr>
      <vt:lpstr>Súčastnosť</vt:lpstr>
      <vt:lpstr>PowerPoint 1.1</vt:lpstr>
      <vt:lpstr>PowerPoint 1.2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</dc:title>
  <dc:creator>Peter Pukáč</dc:creator>
  <cp:lastModifiedBy>Peter Pukáč</cp:lastModifiedBy>
  <cp:revision>19</cp:revision>
  <dcterms:created xsi:type="dcterms:W3CDTF">2021-10-01T09:48:00Z</dcterms:created>
  <dcterms:modified xsi:type="dcterms:W3CDTF">2021-10-08T10:06:48Z</dcterms:modified>
</cp:coreProperties>
</file>